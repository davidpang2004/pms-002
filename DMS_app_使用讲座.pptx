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PingFang SC"/>
              </a:rPr>
              <a:t>社区公益讲座 · 免费参加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6858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1C12"/>
                </a:solidFill>
                <a:latin typeface="Songti SC"/>
              </a:rPr>
              <a:t>一个软件，管理所有文件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1C12"/>
                </a:solidFill>
                <a:latin typeface="Songti SC"/>
              </a:rPr>
              <a:t>照片 · 病历 · 工程图纸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84248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7A7266"/>
                </a:solidFill>
                <a:latin typeface="PingFang SC"/>
              </a:rPr>
              <a:t>DMS.app 使用讲座 —— 手把手教您用一部手机、一台电脑，把家里的照片、就诊记录、工程图纸整理得井井有条。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61488"/>
            <a:ext cx="217627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880360"/>
            <a:ext cx="256032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41C12"/>
                </a:solidFill>
                <a:latin typeface="PingFang SC"/>
              </a:rPr>
              <a:t>照片管理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7A7266"/>
                </a:solidFill>
                <a:latin typeface="PingFang SC"/>
              </a:rPr>
              <a:t>自动按年月归档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7A7266"/>
                </a:solidFill>
                <a:latin typeface="PingFang SC"/>
              </a:rPr>
              <a:t>拍摄地点一键查看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2761488"/>
            <a:ext cx="217627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35224" y="2880360"/>
            <a:ext cx="256032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3017520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41C12"/>
                </a:solidFill>
                <a:latin typeface="PingFang SC"/>
              </a:rPr>
              <a:t>病历文档管理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3328416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7A7266"/>
                </a:solidFill>
                <a:latin typeface="PingFang SC"/>
              </a:rPr>
              <a:t>就诊记录、体检报告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7A7266"/>
                </a:solidFill>
                <a:latin typeface="PingFang SC"/>
              </a:rPr>
              <a:t>语音录入随手记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8" y="2761488"/>
            <a:ext cx="217627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76088" y="2880360"/>
            <a:ext cx="256032" cy="54864"/>
          </a:xfrm>
          <a:prstGeom prst="rect">
            <a:avLst/>
          </a:prstGeom>
          <a:solidFill>
            <a:srgbClr val="2E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3017520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41C12"/>
                </a:solidFill>
                <a:latin typeface="PingFang SC"/>
              </a:rPr>
              <a:t>工程文档管理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3328416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7A7266"/>
                </a:solidFill>
                <a:latin typeface="PingFang SC"/>
              </a:rPr>
              <a:t>图纸、设备资料归档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7A7266"/>
                </a:solidFill>
                <a:latin typeface="PingFang SC"/>
              </a:rPr>
              <a:t>条码扫描自动识别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2768" y="3977640"/>
            <a:ext cx="4626864" cy="2696776"/>
          </a:xfrm>
          <a:prstGeom prst="rect">
            <a:avLst/>
          </a:prstGeom>
          <a:solidFill>
            <a:srgbClr val="FFFFFF"/>
          </a:solidFill>
          <a:ln w="15875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ms_home_tall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050792"/>
            <a:ext cx="4480560" cy="2550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729280"/>
            <a:ext cx="685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7A7266"/>
                </a:solidFill>
                <a:latin typeface="PingFang SC"/>
              </a:rPr>
              <a:t>DMS.app 主界面 —— 左侧文件夹树形结构，右侧一键上传与描述编辑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0493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41C12"/>
                </a:solidFill>
                <a:latin typeface="PingFang SC"/>
              </a:rPr>
              <a:t>讲座内容：您将现场学会 ——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7396792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A342C"/>
                </a:solidFill>
                <a:latin typeface="PingFang SC"/>
              </a:rPr>
              <a:t>•  语音说话，自动写成文字描述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A342C"/>
                </a:solidFill>
                <a:latin typeface="PingFang SC"/>
              </a:rPr>
              <a:t>•  拍照扫描条码，自动识别编号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A342C"/>
                </a:solidFill>
                <a:latin typeface="PingFang SC"/>
              </a:rPr>
              <a:t>•  生成、更新可打印的 PDF 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7396792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A342C"/>
                </a:solidFill>
                <a:latin typeface="PingFang SC"/>
              </a:rPr>
              <a:t>•  AI 一键整理润色、检查错别字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A342C"/>
                </a:solidFill>
                <a:latin typeface="PingFang SC"/>
              </a:rPr>
              <a:t>•  文字识别（OCR）与关键词搜索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A342C"/>
                </a:solidFill>
                <a:latin typeface="PingFang SC"/>
              </a:rPr>
              <a:t>•  手机拍照直接上传到电脑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503920"/>
            <a:ext cx="7772400" cy="1554480"/>
          </a:xfrm>
          <a:prstGeom prst="rect">
            <a:avLst/>
          </a:prstGeom>
          <a:solidFill>
            <a:srgbClr val="24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8705088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2A15A"/>
                </a:solidFill>
                <a:latin typeface="PingFang SC"/>
              </a:rPr>
              <a:t>时间 DATE &amp;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8924544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BF9F5"/>
                </a:solidFill>
                <a:latin typeface="PingFang SC"/>
              </a:rPr>
              <a:t>2026 年 11 月 21 日（周六）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BF9F5"/>
                </a:solidFill>
                <a:latin typeface="PingFang SC"/>
              </a:rPr>
              <a:t>下午 2:00 – 4:00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945489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2A15A"/>
                </a:solidFill>
                <a:latin typeface="PingFang SC"/>
              </a:rPr>
              <a:t>地点 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9656064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BF9F5"/>
                </a:solidFill>
                <a:latin typeface="PingFang SC"/>
              </a:rPr>
              <a:t>7575 Alden Bridge Dr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BF9F5"/>
                </a:solidFill>
                <a:latin typeface="PingFang SC"/>
              </a:rPr>
              <a:t>Spring, TX 77382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8705088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2A15A"/>
                </a:solidFill>
                <a:latin typeface="PingFang SC"/>
              </a:rPr>
              <a:t>主讲人 PRESENTER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892454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BF9F5"/>
                </a:solidFill>
                <a:latin typeface="PingFang SC"/>
              </a:rPr>
              <a:t>David Pang, Ph.D., P.E.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92720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D2A15A"/>
                </a:solidFill>
                <a:latin typeface="PingFang SC"/>
              </a:rPr>
              <a:t>主办 HOST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9473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BF9F5"/>
                </a:solidFill>
                <a:latin typeface="PingFang SC"/>
              </a:rPr>
              <a:t>林城健康群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9784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B9AF9C"/>
                </a:solidFill>
                <a:latin typeface="PingFang SC"/>
              </a:rPr>
              <a:t>免费参加，无需报名，欢迎邀请亲友一同前来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